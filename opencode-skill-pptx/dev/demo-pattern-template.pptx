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Lorem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2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ilet"/>
          <p:cNvSpPr/>
          <p:nvPr/>
        </p:nvSpPr>
        <p:spPr>
          <a:xfrm>
            <a:off x="900000" y="3311999"/>
            <a:ext cx="1440000" cy="9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40000"/>
            <a:ext cx="1080000" cy="1080000"/>
          </a:xfrm>
          <a:prstGeom prst="rect">
            <a:avLst/>
          </a:prstGeom>
        </p:spPr>
      </p:pic>
      <p:sp>
        <p:nvSpPr>
          <p:cNvPr id="5" name="Titre"/>
          <p:cNvSpPr txBox="1"/>
          <p:nvPr/>
        </p:nvSpPr>
        <p:spPr>
          <a:xfrm>
            <a:off x="900000" y="1800000"/>
            <a:ext cx="86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Lorem ipsum dolor sit amet</a:t>
            </a:r>
          </a:p>
        </p:txBody>
      </p:sp>
      <p:sp>
        <p:nvSpPr>
          <p:cNvPr id="6" name="Sous-titre"/>
          <p:cNvSpPr txBox="1"/>
          <p:nvPr/>
        </p:nvSpPr>
        <p:spPr>
          <a:xfrm>
            <a:off x="900000" y="3528000"/>
            <a:ext cx="86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FE3D8"/>
                </a:solidFill>
                <a:latin typeface="Georgia"/>
              </a:rPr>
              <a:t>Consectetur adipiscing elit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eau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00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re"/>
          <p:cNvSpPr txBox="1"/>
          <p:nvPr/>
        </p:nvSpPr>
        <p:spPr>
          <a:xfrm>
            <a:off x="720000" y="432000"/>
            <a:ext cx="104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23B2E"/>
                </a:solidFill>
                <a:latin typeface="Georgia"/>
              </a:rPr>
              <a:t>Lorem ipsum dolor sit amet consectetur</a:t>
            </a:r>
          </a:p>
        </p:txBody>
      </p:sp>
      <p:pic>
        <p:nvPicPr>
          <p:cNvPr id="4" name="Picto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584000"/>
            <a:ext cx="792000" cy="792000"/>
          </a:xfrm>
          <a:prstGeom prst="rect">
            <a:avLst/>
          </a:prstGeom>
        </p:spPr>
      </p:pic>
      <p:sp>
        <p:nvSpPr>
          <p:cNvPr id="5" name="Numero 1"/>
          <p:cNvSpPr txBox="1"/>
          <p:nvPr/>
        </p:nvSpPr>
        <p:spPr>
          <a:xfrm>
            <a:off x="1655999" y="1692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A900"/>
                </a:solidFill>
                <a:latin typeface="Georgia"/>
              </a:rPr>
              <a:t>01</a:t>
            </a:r>
          </a:p>
        </p:txBody>
      </p:sp>
      <p:sp>
        <p:nvSpPr>
          <p:cNvPr id="6" name="Colonne 1"/>
          <p:cNvSpPr txBox="1"/>
          <p:nvPr/>
        </p:nvSpPr>
        <p:spPr>
          <a:xfrm>
            <a:off x="720000" y="2592000"/>
            <a:ext cx="32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915A"/>
                </a:solidFill>
                <a:latin typeface="Georgia"/>
              </a:rPr>
              <a:t>Lorem ipsum dolor</a:t>
            </a:r>
          </a:p>
          <a:p>
            <a:r>
              <a:rPr sz="1400" b="0">
                <a:solidFill>
                  <a:srgbClr val="555F5A"/>
                </a:solidFill>
                <a:latin typeface="Georgia"/>
              </a:rPr>
              <a:t>Lorem ipsum dolor sit amet, consectetur adipiscing elit, sed do eiusmod tempor incididunt ut labore.</a:t>
            </a:r>
          </a:p>
        </p:txBody>
      </p:sp>
      <p:pic>
        <p:nvPicPr>
          <p:cNvPr id="7" name="Picto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000" y="1584000"/>
            <a:ext cx="792000" cy="792000"/>
          </a:xfrm>
          <a:prstGeom prst="rect">
            <a:avLst/>
          </a:prstGeom>
        </p:spPr>
      </p:pic>
      <p:sp>
        <p:nvSpPr>
          <p:cNvPr id="8" name="Numero 2"/>
          <p:cNvSpPr txBox="1"/>
          <p:nvPr/>
        </p:nvSpPr>
        <p:spPr>
          <a:xfrm>
            <a:off x="5328000" y="1692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A900"/>
                </a:solidFill>
                <a:latin typeface="Georgia"/>
              </a:rPr>
              <a:t>02</a:t>
            </a:r>
          </a:p>
        </p:txBody>
      </p:sp>
      <p:sp>
        <p:nvSpPr>
          <p:cNvPr id="9" name="Colonne 2"/>
          <p:cNvSpPr txBox="1"/>
          <p:nvPr/>
        </p:nvSpPr>
        <p:spPr>
          <a:xfrm>
            <a:off x="4392000" y="2592000"/>
            <a:ext cx="32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915A"/>
                </a:solidFill>
                <a:latin typeface="Georgia"/>
              </a:rPr>
              <a:t>Lorem ipsum dolor</a:t>
            </a:r>
          </a:p>
          <a:p>
            <a:r>
              <a:rPr sz="1400" b="0">
                <a:solidFill>
                  <a:srgbClr val="555F5A"/>
                </a:solidFill>
                <a:latin typeface="Georgia"/>
              </a:rPr>
              <a:t>Lorem ipsum dolor sit amet, consectetur adipiscing elit, sed do eiusmod tempor incididunt ut labore.</a:t>
            </a:r>
          </a:p>
        </p:txBody>
      </p:sp>
      <p:pic>
        <p:nvPicPr>
          <p:cNvPr id="10" name="Picto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99" y="1584000"/>
            <a:ext cx="792000" cy="792000"/>
          </a:xfrm>
          <a:prstGeom prst="rect">
            <a:avLst/>
          </a:prstGeom>
        </p:spPr>
      </p:pic>
      <p:sp>
        <p:nvSpPr>
          <p:cNvPr id="11" name="Numero 3"/>
          <p:cNvSpPr txBox="1"/>
          <p:nvPr/>
        </p:nvSpPr>
        <p:spPr>
          <a:xfrm>
            <a:off x="9000000" y="1692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A900"/>
                </a:solidFill>
                <a:latin typeface="Georgia"/>
              </a:rPr>
              <a:t>03</a:t>
            </a:r>
          </a:p>
        </p:txBody>
      </p:sp>
      <p:sp>
        <p:nvSpPr>
          <p:cNvPr id="12" name="Colonne 3"/>
          <p:cNvSpPr txBox="1"/>
          <p:nvPr/>
        </p:nvSpPr>
        <p:spPr>
          <a:xfrm>
            <a:off x="8063999" y="2592000"/>
            <a:ext cx="32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915A"/>
                </a:solidFill>
                <a:latin typeface="Georgia"/>
              </a:rPr>
              <a:t>Lorem ipsum dolor</a:t>
            </a:r>
          </a:p>
          <a:p>
            <a:r>
              <a:rPr sz="1400" b="0">
                <a:solidFill>
                  <a:srgbClr val="555F5A"/>
                </a:solidFill>
                <a:latin typeface="Georgia"/>
              </a:rPr>
              <a:t>Lorem ipsum dolor sit amet, consectetur adipiscing elit, sed do eiusmod tempor incididunt ut labore.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eau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00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re"/>
          <p:cNvSpPr txBox="1"/>
          <p:nvPr/>
        </p:nvSpPr>
        <p:spPr>
          <a:xfrm>
            <a:off x="720000" y="432000"/>
            <a:ext cx="104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23B2E"/>
                </a:solidFill>
                <a:latin typeface="Georgia"/>
              </a:rPr>
              <a:t>Lorem ipsum dolor sit amet</a:t>
            </a:r>
          </a:p>
        </p:txBody>
      </p:sp>
      <p:pic>
        <p:nvPicPr>
          <p:cNvPr id="4" name="Visu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512000"/>
            <a:ext cx="5040000" cy="4140000"/>
          </a:xfrm>
          <a:prstGeom prst="rect">
            <a:avLst/>
          </a:prstGeom>
        </p:spPr>
      </p:pic>
      <p:sp>
        <p:nvSpPr>
          <p:cNvPr id="5" name="Puces"/>
          <p:cNvSpPr txBox="1"/>
          <p:nvPr/>
        </p:nvSpPr>
        <p:spPr>
          <a:xfrm>
            <a:off x="6300000" y="1512000"/>
            <a:ext cx="522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har char="•"/>
            </a:pPr>
            <a:r>
              <a:rPr sz="1800" b="0">
                <a:solidFill>
                  <a:srgbClr val="123B2E"/>
                </a:solidFill>
                <a:latin typeface="Georgia"/>
              </a:rPr>
              <a:t>Lorem ipsum dolor sit amet consectetur</a:t>
            </a:r>
          </a:p>
          <a:p>
            <a:pPr lvl="1" marL="571500" indent="-285750">
              <a:buChar char="•"/>
            </a:pPr>
            <a:r>
              <a:rPr sz="1400" b="0">
                <a:solidFill>
                  <a:srgbClr val="555F5A"/>
                </a:solidFill>
                <a:latin typeface="Georgia"/>
              </a:rPr>
              <a:t>Sed do eiusmod tempor incididunt</a:t>
            </a:r>
          </a:p>
          <a:p>
            <a:pPr marL="285750" indent="-285750">
              <a:buChar char="•"/>
            </a:pPr>
            <a:r>
              <a:rPr sz="1800" b="0">
                <a:solidFill>
                  <a:srgbClr val="123B2E"/>
                </a:solidFill>
                <a:latin typeface="Georgia"/>
              </a:rPr>
              <a:t>Ut enim ad minim veniam quis nostrud</a:t>
            </a:r>
          </a:p>
          <a:p>
            <a:pPr marL="285750" indent="-285750">
              <a:buChar char="•"/>
            </a:pPr>
            <a:r>
              <a:rPr sz="1800" b="0">
                <a:solidFill>
                  <a:srgbClr val="123B2E"/>
                </a:solidFill>
                <a:latin typeface="Georgia"/>
              </a:rPr>
              <a:t>Duis aute irure dolor in reprehenderit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eau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00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re"/>
          <p:cNvSpPr txBox="1"/>
          <p:nvPr/>
        </p:nvSpPr>
        <p:spPr>
          <a:xfrm>
            <a:off x="720000" y="432000"/>
            <a:ext cx="104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23B2E"/>
                </a:solidFill>
                <a:latin typeface="Georgia"/>
              </a:rPr>
              <a:t>Lorem ipsum dolor sit amet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620000"/>
          <a:ext cx="1044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000"/>
                <a:gridCol w="3480000"/>
                <a:gridCol w="3480000"/>
              </a:tblGrid>
              <a:tr h="540000">
                <a:tc>
                  <a:txBody>
                    <a:bodyPr/>
                    <a:lstStyle/>
                    <a:p>
                      <a:r>
                        <a:t>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Ipsum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t>Lorem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Lorem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t>Lorem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Lorem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t>Lorem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Lorem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eau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00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re"/>
          <p:cNvSpPr txBox="1"/>
          <p:nvPr/>
        </p:nvSpPr>
        <p:spPr>
          <a:xfrm>
            <a:off x="720000" y="432000"/>
            <a:ext cx="104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23B2E"/>
                </a:solidFill>
                <a:latin typeface="Georgia"/>
              </a:rPr>
              <a:t>Lorem ipsum dolor sit amet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20000" y="1512000"/>
          <a:ext cx="10440000" cy="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Modele Acme (demo, design dans les diapos)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